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ple SD Gothic Neo"/>
              </a:rPr>
              <a:t>Dataset 화면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5029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프론트 UI/UX 검토용 캡처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143000"/>
            <a:ext cx="11247120" cy="5349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flow-datase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53312"/>
            <a:ext cx="10771632" cy="748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55080"/>
            <a:ext cx="932688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현재 Dataset 목록에서 Target과 Source가 같은 테이블 흐름 안에 섞여 보임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64008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ple SD Gothic Neo"/>
              </a:rPr>
              <a:t>Dataset UI/UX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ple SD Gothic Neo"/>
              </a:rPr>
              <a:t>문제점과 개선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434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228600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ple SD Gothic Neo"/>
              </a:rPr>
              <a:t>문제점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48056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ple SD Gothic Neo"/>
              </a:rPr>
              <a:t>데이터 분리가 안되었다.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434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Source 데이터와 Target 데이터가 한 화면/한 목록에서 섞여 보임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사용자가 “원천 데이터”와 “결과 데이터”의 역할을 빠르게 구분하기 어려움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생성, 수정, 탐색 플로우의 목적이 모호해질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303520" cy="4434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55648"/>
            <a:ext cx="25603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pple SD Gothic Neo"/>
              </a:rPr>
              <a:t>해결방법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48056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ple SD Gothic Neo"/>
              </a:rPr>
              <a:t>타겟과 소스데이터 나누기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434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Source Dataset: 입력/수집 데이터 관리 화면으로 분리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Target Dataset: 변환 결과/서빙 데이터 관리 화면으로 분리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ple SD Gothic Neo"/>
              </a:defRPr>
            </a:pPr>
            <a:r>
              <a:t>각 화면의 CTA, 필터, 상태값을 역할에 맞게 재정렬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6199632"/>
            <a:ext cx="25603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629107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ple SD Gothic Neo"/>
              </a:rPr>
              <a:t>Source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6208776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ple SD Gothic Ne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6199632"/>
            <a:ext cx="1828800" cy="4114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6291072"/>
            <a:ext cx="12801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pple SD Gothic Neo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6208776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6199632"/>
            <a:ext cx="256032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629107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Apple SD Gothic Neo"/>
              </a:rPr>
              <a:t>Target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